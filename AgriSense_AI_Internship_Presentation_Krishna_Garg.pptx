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il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02920"/>
            <a:ext cx="1143000" cy="12184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5943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B374A"/>
                </a:solidFill>
                <a:latin typeface="Aptos"/>
              </a:rPr>
              <a:t>IILM UNIVERSITY, GREATER NOIDA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B374A"/>
                </a:solidFill>
                <a:latin typeface="Aptos"/>
              </a:rPr>
              <a:t>AgriSense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1284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E7D32"/>
                </a:solidFill>
                <a:latin typeface="Aptos"/>
              </a:rPr>
              <a:t>Smart Agriculture Intelligence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3063240"/>
            <a:ext cx="9921240" cy="182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401568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E262A"/>
                </a:solidFill>
                <a:latin typeface="Aptos"/>
              </a:rPr>
              <a:t>Internship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005072"/>
            <a:ext cx="8503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E262A"/>
                </a:solidFill>
                <a:latin typeface="Aptos"/>
              </a:rPr>
              <a:t>Student Name: Krishna Garg
Enrollment Number: 25SCS1003001057
Program &amp; Semester: B.Tech CSE | Semester II
Organisation: MARS – Centre for Sustainable Community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989320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F696E"/>
                </a:solidFill>
                <a:latin typeface="Aptos"/>
              </a:rPr>
              <a:t>Internship Period: 01 June 2026 – 15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Internship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Aptos"/>
              </a:rPr>
              <a:t>AgriSense AI – Smart Agriculture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Host organisation: MARS – Centre for Sustainable Community Development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Internship project: AgriSense AI – Smart Agriculture Intelligence Platform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Focus: applying AI, Machine Learning and web development to sustainable agriculture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Duration: 01 June 2026 to 15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96E"/>
                </a:solidFill>
                <a:latin typeface="Aptos"/>
              </a:rPr>
              <a:t>AgriSense AI  |  MARS Internship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6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Aptos"/>
              </a:rPr>
              <a:t>AgriSense AI – Smart Agriculture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Irrigation is often based on fixed schedules rather than soil and weather conditions.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Crop diseases may be identified late, increasing risk of yield loss.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Fertilizer use can be non-specific, increasing cost and environmental impact.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Market and operational decisions are difficult without accessible predictive insight.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Existing solutions are fragmented; farmers need one integrated dashboard.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96E"/>
                </a:solidFill>
                <a:latin typeface="Aptos"/>
              </a:rPr>
              <a:t>AgriSense AI  |  MARS Internship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6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Aptos"/>
              </a:rPr>
              <a:t>AgriSense AI – Smart Agriculture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Create a unified AI-enabled agriculture intelligence platform.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Provide irrigation, disease, fertilizer, yield, water-quality, leakage, market-price and logistics support.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Build secure API services with FastAPI, PostgreSQL and JWT authentication.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Present outputs through an intuitive responsive dashboard.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Prepare the application for consistent deployment using Docker.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96E"/>
                </a:solidFill>
                <a:latin typeface="Aptos"/>
              </a:rPr>
              <a:t>AgriSense AI  |  MARS Internship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6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Aptos"/>
              </a:rPr>
              <a:t>AgriSense AI – Smart Agriculture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A web-based dashboard consolidates multiple agricultural decision-support tools.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Users authenticate, enter relevant farm or crop inputs, and receive model-driven results.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The backend validates requests and routes them to specialised ML modules.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Prediction logs and farm-related data are stored securely for future reference.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96E"/>
                </a:solidFill>
                <a:latin typeface="Aptos"/>
              </a:rPr>
              <a:t>AgriSense AI  |  MARS Internship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6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Key Functional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Aptos"/>
              </a:rPr>
              <a:t>AgriSense AI – Smart Agriculture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Irrigation scheduling and crop yield prediction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Water quality assessment and water leakage detection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Crop disease detection through leaf-image analysis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Fertilizer recommendation using soil and crop inputs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Market-price forecasting and transport/logistics optimisation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Weather-integrated farming guidance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96E"/>
                </a:solidFill>
                <a:latin typeface="Aptos"/>
              </a:rPr>
              <a:t>AgriSense AI  |  MARS Internship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6E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Aptos"/>
              </a:rPr>
              <a:t>AgriSense AI – Smart Agriculture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Presentation layer: responsive HTML, CSS and JavaScript dashboard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API layer: FastAPI REST endpoints with input validation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Intelligence layer: ML models for regression, classification, anomaly detection and forecasting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Data layer: PostgreSQL for users, farm metadata and prediction logs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Deployment layer: Docker and Docker Compose for consistent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96E"/>
                </a:solidFill>
                <a:latin typeface="Aptos"/>
              </a:rPr>
              <a:t>AgriSense AI  |  MARS Internship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6E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Aptos"/>
              </a:rPr>
              <a:t>AgriSense AI – Smart Agriculture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Data collection from agricultural, environmental, soil, crop and market sources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Cleaning and preprocessing of missing, duplicate and inconsistent data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Training of task-specific Machine Learning and Deep Learning models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Evaluation using accuracy, precision, recall, F1-score, MAE and RMSE as appropriate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Integration of trained models with secured APIs and dashboard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Functional, integration and deployment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96E"/>
                </a:solidFill>
                <a:latin typeface="Aptos"/>
              </a:rPr>
              <a:t>AgriSense AI  |  MARS Internship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6E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Aptos"/>
              </a:rPr>
              <a:t>AgriSense AI – Smart Agriculture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Python for backend and Machine Learning development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FastAPI for high-performance REST APIs and interactive documentation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PostgreSQL for reliable relational data storage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JWT for authenticated and secure access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scikit-learn, TensorFlow/PyTorch, Pandas and NumPy for data and models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Docker, Git and GitHub for deployment and version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96E"/>
                </a:solidFill>
                <a:latin typeface="Aptos"/>
              </a:rPr>
              <a:t>AgriSense AI  |  MARS Internship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6E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Expected Outcomes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Aptos"/>
              </a:rPr>
              <a:t>AgriSense AI – Smart Agriculture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More efficient water use through informed irrigation recommendations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Earlier disease identification and timely intervention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More appropriate fertilizer decisions based on input data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Better production and market-planning support through prediction modules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A single accessible dashboard that reduces reliance on disconnected tools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A scalable foundation for future IoT sensors, mobile access and satellite-data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96E"/>
                </a:solidFill>
                <a:latin typeface="Aptos"/>
              </a:rPr>
              <a:t>AgriSense AI  |  MARS Internship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6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Aptos"/>
              </a:rPr>
              <a:t>AgriSense AI – Smart Agriculture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Applied Machine Learning concepts to a practical sustainability problem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Understood full-stack system design: UI, APIs, databases and deployment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Practised secure authentication and modular service integration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Improved problem analysis, documentation and project communication skills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Explored the role of AI in precision agriculture and sustainable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96E"/>
                </a:solidFill>
                <a:latin typeface="Aptos"/>
              </a:rPr>
              <a:t>AgriSense AI  |  MARS Internship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6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D32"/>
                </a:solidFill>
                <a:latin typeface="Aptos"/>
              </a:rPr>
              <a:t>AgriSense AI – Smart Agriculture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AgriSense AI demonstrates how AI, ML and modern web technologies can support better agricultural decision-making.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The integrated platform connects multiple farm-management needs in one secure and scalable application.</a:t>
            </a:r>
          </a:p>
          <a:p>
            <a:pPr>
              <a:spcAft>
                <a:spcPts val="1500"/>
              </a:spcAft>
              <a:defRPr sz="1900">
                <a:solidFill>
                  <a:srgbClr val="1E262A"/>
                </a:solidFill>
                <a:latin typeface="Aptos"/>
              </a:defRPr>
            </a:pPr>
            <a:r>
              <a:t>Future improvements include live IoT sensors, satellite imagery, regional datasets and a mobile application.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96E"/>
                </a:solidFill>
                <a:latin typeface="Aptos"/>
              </a:rPr>
              <a:t>AgriSense AI  |  MARS Internship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96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il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713232"/>
            <a:ext cx="1280160" cy="13646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331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5E1A5"/>
                </a:solidFill>
                <a:latin typeface="Aptos"/>
              </a:rPr>
              <a:t>Questions and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663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Krishna Garg | 25SCS1003001057 | MARS Internship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